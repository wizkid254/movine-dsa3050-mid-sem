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2743200" cy="27432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in-depth analysis of sales trends, regional performance,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segments, and category breakdowns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$2.26M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39319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39319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Segments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Types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39319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Categories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47548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2014–2018  |  CleanedData Dataset  |  Power BI Report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CITY PERFORMANCE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530352"/>
          </a:xfrm>
          <a:prstGeom prst="roundRect">
            <a:avLst>
              <a:gd name="adj" fmla="val 12069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leads all regions at ~$0.73M. New York City dominates city-level sales with $250K+, nearly double Los Angeles.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14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Sales by Region</a:t>
            </a:r>
            <a:endParaRPr lang="en-US" sz="1200" dirty="0"/>
          </a:p>
        </p:txBody>
      </p:sp>
      <p:pic>
        <p:nvPicPr>
          <p:cNvPr id="9" name="Image 0" descr="/home/claude/charts/bar_reg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901952"/>
            <a:ext cx="4059936" cy="2834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709160" y="1417320"/>
            <a:ext cx="4114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9204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Sales by City (Top 20)</a:t>
            </a:r>
            <a:endParaRPr lang="en-US" sz="1200" dirty="0"/>
          </a:p>
        </p:txBody>
      </p:sp>
      <p:pic>
        <p:nvPicPr>
          <p:cNvPr id="12" name="Image 1" descr="/home/claude/charts/bar_c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901952"/>
            <a:ext cx="4059936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SEGMENT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530352"/>
          </a:xfrm>
          <a:prstGeom prst="roundRect">
            <a:avLst>
              <a:gd name="adj" fmla="val 12069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leads at $0.83M (37%), marginally ahead of Furniture ($0.73M). Consumer segment drives 51% of total sales.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0292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Sales by Category</a:t>
            </a:r>
            <a:endParaRPr lang="en-US" sz="1200" dirty="0"/>
          </a:p>
        </p:txBody>
      </p:sp>
      <p:pic>
        <p:nvPicPr>
          <p:cNvPr id="9" name="Image 0" descr="/home/claude/charts/area_c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901952"/>
            <a:ext cx="4974336" cy="2834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532120" y="141732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69280" y="1554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Segment</a:t>
            </a:r>
            <a:endParaRPr lang="en-US" sz="1200" dirty="0"/>
          </a:p>
        </p:txBody>
      </p:sp>
      <p:pic>
        <p:nvPicPr>
          <p:cNvPr id="12" name="Image 1" descr="/home/claude/charts/don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901952"/>
            <a:ext cx="3236976" cy="28346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623560" y="46451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79008" y="4617720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Consumer: 50.76%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623560" y="4846320"/>
            <a:ext cx="109728" cy="10972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779008" y="481888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Corporate: 30.44%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623560" y="504748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79008" y="5020056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Office: 18.79%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TRENDS &amp; TARGET TRACKING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530352"/>
          </a:xfrm>
          <a:prstGeom prst="roundRect">
            <a:avLst>
              <a:gd name="adj" fmla="val 12069"/>
            </a:avLst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daily sales reached ~$30K. The sparkline KPI shows average order sales at 1.34K — 34.48% above the $1,000 target.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54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Sales by Order Date</a:t>
            </a:r>
            <a:endParaRPr lang="en-US" sz="1200" dirty="0"/>
          </a:p>
        </p:txBody>
      </p:sp>
      <p:pic>
        <p:nvPicPr>
          <p:cNvPr id="9" name="Image 0" descr="/home/claude/charts/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901952"/>
            <a:ext cx="5431536" cy="2834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89320" y="1417320"/>
            <a:ext cx="2834640" cy="33832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2648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vs. Target KPI</a:t>
            </a:r>
            <a:endParaRPr lang="en-US" sz="1200" dirty="0"/>
          </a:p>
        </p:txBody>
      </p:sp>
      <p:pic>
        <p:nvPicPr>
          <p:cNvPr id="12" name="Image 1" descr="/home/claude/charts/spark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901952"/>
            <a:ext cx="2779776" cy="18288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080760" y="3822192"/>
            <a:ext cx="2651760" cy="2743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72200" y="38313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Sales / Order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406640" y="383133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$1,340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080760" y="4160520"/>
            <a:ext cx="2651760" cy="2743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72200" y="41696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406640" y="416966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080760" y="4498848"/>
            <a:ext cx="2651760" cy="27432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72200" y="45079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Target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406640" y="45079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+34.48%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MATRIX &amp; GEOGRAPHIC 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530352"/>
          </a:xfrm>
          <a:prstGeom prst="roundRect">
            <a:avLst>
              <a:gd name="adj" fmla="val 12069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tops all three categories. Technology in West ($247K) and Office Supplies in East ($200K) are standout performers.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2062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54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× Region Sales Matrix</a:t>
            </a:r>
            <a:endParaRPr lang="en-US" sz="1200" dirty="0"/>
          </a:p>
        </p:txBody>
      </p:sp>
      <p:pic>
        <p:nvPicPr>
          <p:cNvPr id="9" name="Image 0" descr="/home/claude/charts/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901952"/>
            <a:ext cx="4151376" cy="2834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709160" y="1417320"/>
            <a:ext cx="4114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9204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 (USA)</a:t>
            </a:r>
            <a:endParaRPr lang="en-US" sz="1200" dirty="0"/>
          </a:p>
        </p:txBody>
      </p:sp>
      <p:pic>
        <p:nvPicPr>
          <p:cNvPr id="12" name="Image 1" descr="/home/claude/chart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901952"/>
            <a:ext cx="4059936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CUSTOMER-LEVEL ANALYSIS &amp;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144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Customer Name &amp; State</a:t>
            </a:r>
            <a:endParaRPr lang="en-US" sz="1200" dirty="0"/>
          </a:p>
        </p:txBody>
      </p:sp>
      <p:pic>
        <p:nvPicPr>
          <p:cNvPr id="7" name="Image 0" descr="/home/claude/charts/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261872"/>
            <a:ext cx="4974336" cy="3474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77840" y="804672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87568" y="98755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44768" y="8778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44768" y="10789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44768" y="12801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$710K revenue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577840" y="160020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87568" y="178308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44768" y="16733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44768" y="1874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44768" y="207568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$827K revenue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77840" y="2395728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687568" y="2578608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44768" y="24688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Segment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44768" y="2670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44768" y="28712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50.76% of sales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577840" y="3191256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687568" y="3374136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44768" y="32644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144768" y="34655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City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144768" y="366674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$250K+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577840" y="3986784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7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687568" y="4169664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44768" y="40599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Status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144768" y="42611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+34.48%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144768" y="44622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$1K target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Dashboard</dc:title>
  <dc:subject>PptxGenJS Presentation</dc:subject>
  <dc:creator>PptxGenJS</dc:creator>
  <cp:lastModifiedBy>PptxGenJS</cp:lastModifiedBy>
  <cp:revision>1</cp:revision>
  <dcterms:created xsi:type="dcterms:W3CDTF">2026-06-27T12:44:07Z</dcterms:created>
  <dcterms:modified xsi:type="dcterms:W3CDTF">2026-06-27T12:44:07Z</dcterms:modified>
</cp:coreProperties>
</file>